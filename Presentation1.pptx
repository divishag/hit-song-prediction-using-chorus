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1"/>
  </p:normalViewPr>
  <p:slideViewPr>
    <p:cSldViewPr snapToGrid="0">
      <p:cViewPr varScale="1">
        <p:scale>
          <a:sx n="110" d="100"/>
          <a:sy n="110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9E18-86B8-AB1F-1BDE-A6A3881747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62790-2E00-A5CF-422A-66C6444B2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42D45-9466-BDAA-C3A5-868AEE7B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0F540-A63A-E5BE-B9F7-8364BE05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A3E49-DC67-F12B-44C1-95BFAFFD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06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93B80-E468-9106-8375-DD01C10A6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952C6-654F-4A8C-01C6-0007353BC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35BF8-6623-DE28-EFDB-7ECEECDD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AA2B5-00FC-A109-0438-BA2175FD0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2F50E-F7A8-5019-A965-E95A2560C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41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74A3-9480-6322-F704-24FE36D59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99CAE-F709-5C15-2740-73E1043AD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6A0D2-2B97-61C5-D6C7-3FC101228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57D80-393A-C6E8-21F6-684D05E5C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D47B9-7981-709E-2E6D-B5284CFB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006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6BD43-44EC-54DC-D77C-D9FE726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785C7-932C-5D9B-0727-CE6D6AFDC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1C745-A87F-65FF-B348-D610F54DC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FFBA4-5F51-DDB6-B20C-30DA8F55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83305-82DB-3791-A5B6-64A5FA03C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9EC0A-1FA4-8EDF-A1A9-A1EE4A523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6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60410-023A-E5AE-BABF-D6CE4A9F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3431C-262A-47FC-71B5-21C2CED18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1C91B-8F71-893B-FC23-F81D412340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FF9F0A-8B06-6CCD-628A-A2AE5282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450C97-6304-9904-52C3-7030116C0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8E1868-3A1D-A936-EF1F-24A566555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B88BB-6F18-701D-AACC-8F55B23F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E14FBC-1FFD-91E1-016E-78A946DB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43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1F81A-A58E-49BF-A630-21B1896C6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04B4B7-5BBB-81AA-4842-6B83876D5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7E11C-5C18-50CF-E9BF-4FDE82A8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45F1F5-E176-4F7A-0DC4-36F336AA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34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0B65C-FFF0-98EF-CC0F-A3C97E5F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376831-EB66-2FD6-B1E7-DD2D5007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6ADDB-6E8C-366D-4CE9-DC27C7F9D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8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9F75-FF96-4916-CF1F-F7901B67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01234-E1E1-3E7D-E49B-DA8556708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371DE-D134-3D18-E978-71A8D6F99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BFE55-CE64-DF2E-AD62-AD5419083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FA902-709C-8C62-6BB8-B8366577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B0F15-16EE-7100-7E20-3AC6B4ED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3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72922-BE43-E0E5-5754-93D305055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6CCCA7-1313-F78D-108A-B73E005F51F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889D55-96A3-91BE-FD8B-F59F50EB1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4226D-6E7E-D501-54CF-EE917E9D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743CE-324D-8336-3A37-DCD597D95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295E5-5F4C-C550-8E6E-A01543EA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39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6811-317A-EABF-FCCD-F8676CE5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183FC-9243-8F7F-F001-E1A33521C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D8CB0-29E0-2B75-40C1-76078D4B9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5D630-7C1F-8224-DF8D-150E3EAC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9B92D-F626-6B71-8128-69C956ED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797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955C4D-4ECF-FF8E-7074-C36D499CA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5ED40-2D27-35FD-A2F3-30ADEE677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AF5DE-0A58-F759-04A2-58EFB472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F9A9E-51AF-717C-5580-06495B003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4371F-4D03-55DB-E6F4-D93EC3C6F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57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11DDA-B0E4-3BDE-A652-88CA88CED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04DE1-6265-A3D8-D256-DB4DBA5F8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2063E-2591-5AC4-CDC6-58E70594B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78D63-0E3D-F443-A543-434A5842928F}" type="datetimeFigureOut">
              <a:rPr lang="en-US" smtClean="0"/>
              <a:t>10/4/26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D254F-2EA1-71EF-112C-CEBF8793F0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84FF-56E3-7932-6E1C-FFD8767F2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A39A7A-5728-B545-B536-5F1A97F4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7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DF8B6-4301-30AF-3076-1812385F59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D4ED3-D2AC-5266-6A15-34B04A5277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235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RR S&amp;H 2nd Sem P7 DIVISHA GUPTA</dc:creator>
  <cp:lastModifiedBy>RR S&amp;H 2nd Sem P7 DIVISHA GUPTA</cp:lastModifiedBy>
  <cp:revision>1</cp:revision>
  <dcterms:created xsi:type="dcterms:W3CDTF">2026-10-04T09:34:12Z</dcterms:created>
  <dcterms:modified xsi:type="dcterms:W3CDTF">2026-10-04T09:34:25Z</dcterms:modified>
</cp:coreProperties>
</file>